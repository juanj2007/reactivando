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980" y="1499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8868133" cy="16004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rPr dirty="0"/>
              <a:t>PROYECTO REACTIVANDO EL FUTURO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rPr dirty="0" err="1"/>
              <a:t>Documentación</a:t>
            </a:r>
            <a:r>
              <a:rPr dirty="0"/>
              <a:t> Técnica: 5 Retos JPA &amp; Spring Boot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rPr dirty="0" err="1"/>
              <a:t>Integración</a:t>
            </a:r>
            <a:r>
              <a:rPr dirty="0"/>
              <a:t> del </a:t>
            </a:r>
            <a:r>
              <a:rPr dirty="0" err="1"/>
              <a:t>proyecto</a:t>
            </a:r>
            <a:r>
              <a:rPr dirty="0"/>
              <a:t> </a:t>
            </a:r>
            <a:r>
              <a:rPr dirty="0" err="1"/>
              <a:t>jpamysql</a:t>
            </a:r>
            <a:r>
              <a:rPr dirty="0"/>
              <a:t> con </a:t>
            </a:r>
            <a:r>
              <a:rPr dirty="0" err="1"/>
              <a:t>reactivando</a:t>
            </a:r>
            <a:r>
              <a:rPr dirty="0"/>
              <a:t>-backend y </a:t>
            </a:r>
            <a:r>
              <a:rPr dirty="0" err="1"/>
              <a:t>reactivando</a:t>
            </a:r>
            <a:r>
              <a:rPr dirty="0"/>
              <a:t>-frontend</a:t>
            </a:r>
          </a:p>
          <a:p>
            <a:br>
              <a:rPr dirty="0"/>
            </a:br>
            <a:r>
              <a:rPr dirty="0"/>
              <a:t>Autor: Juan José Saldarriaga Correa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ARQUITECTURA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Integración General entre Proyectos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💻 REACTIVANDO-FRONTEND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Tecnología: React 18 + Vite (Puerto 3000)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Navegación pública: Ruta /retos-jpa para incrustar la vista de los 5 retos.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Visibilidad Condicional: El botón solo aparece cuando no se ha iniciado sesión (!isAuthenticated).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Redirección de API: Proxy en vite.config.js para /demo -&gt; localhost:8081.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⚙️ REACTIVANDO-BACKEND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Tecnología: Spring Boot 3 (Puerto 8080)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Base de Datos: MySQL 'reactivando'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Seguridad: JWT + BCrypt PasswordEncoder.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DataInitializer: Precarga automática de usuarios iniciales (Admin, Empresa, Candidato).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Endpoints principales bajo /api/auth, /api/vacantes, /api/postulaciones.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🚀 JPAMYSQL (5 RETOS)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Tecnología: Spring Boot 3 + JPA (Puerto 8081)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Base de Datos: Conectado a 'reactivando' (tabla usuarios_jpa).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5 Retos Cumplidos: Búsquedas AND/OR, Excepciones, Validaciones y Paginación.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Seed Data: Precarga de 4 usuarios iniciales al arrancar el servicio.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RETO FUNCIONAL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Búsquedas Personalizadas JPA (AND &amp; OR)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🔍 PARTE A: BÚSQUEDA AND (2 CAMPOS)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Objetivo: Filtrar usuarios donde el Email Y la Dirección coincidan exactamente.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Método en Repository: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List&lt;User&gt; findByEmailAndDireccion(String email, String direccion);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Endpoint Controller: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GET /demo/findByEmailAndDireccion?email=...&amp;direccion=...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Resultado: Retorna únicamente las coincidencias estrictas que cumplan ambas condiciones simuladamente.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🔍 PARTE B: BÚSQUEDA OR (3 CAMPOS)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Objetivo: Buscar usuarios coincidiendo con Nombre O Email O Cargo.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Método en Repository: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List&lt;User&gt; findByNameOrEmailOrCargo(String name, String email, String cargo);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Endpoint Controller: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GET /demo/findByNameOrEmailOrCargo?name=...&amp;email=...&amp;cargo=...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Resultado: Retorna cualquier registro que coincida con al menos 1 de los 3 criterios ingresados.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RETO FUNCIONAL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Manejo Global de Excepciones (UserNotFoundException)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t>🛡️ ARQUITECTURA DE MANEJO DE ERRORES CENTRALIZADO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1. Excepción Personalizada (UserNotFoundException): Hereda de RuntimeException y se lanza cuando un ID de usuario no existe en la base de datos.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2. Controlador Global (@ControllerAdvice): La clase GlobalExceptionHandler intercepta las excepciones lanzadas en cualquier controlador.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3. Estructura de Respuesta (ErrorResponse): Devuelve un objeto JSON con timestamp, status HTTP 404 (NOT_FOUND), mensaje descriptivo y detalles.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4. Captura en Endpoints: Aplicado en GET /demo/findById?id=X, PUT /demo/update/{id} y DELETE /demo/delete/{id}.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5. Experiencia de Usuario: La interfaz HTML captura el estado HTTP !ok y muestra una alerta roja sin romper la aplicación.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RETO FUNCIONAL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Logging Estructurado en Consola (INFO, WARN, ERROR)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📊 NIVELES DE LOGS EN MAINCONTROLLER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Logger Slf4j / Logback: Instanciado mediante LoggerFactory.getLogger(MainController.class).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Level INFO: Registra eventos exitosos de negocio: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 - logger.info(" [INFO LOG] Petición de creación de nuevo usuario recibida para email: {}", user.getEmail());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 - logger.info(" [INFO LOG] Página cargada con éxito. Elementos: {}, Total páginas: {}", ...);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Level WARN: Registra situaciones anómalas o búsquedas sin coincidencias: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 - logger.warn(" [WARN LOG] No se encontró el usuario con ID: {} para actualizar", id);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Level ERROR: Registra fallos de validación o excepciones de sistema capturadas por el GlobalExceptionHandler.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RETO FUNCIONAL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Validación de Entidades (@Valid &amp; Bean Validation)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✅ ANOTACIONES DE VALIDACIÓN EN LA ENTIDAD USER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@NotBlank(message = "El nombre es obligatorio") + @Size(min = 2, max = 50)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@Email(message = "Debe ingresar un email válido") en el campo email.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@Pattern(regexp = "^[0-9]{10}$", message = "El celular debe tener exactamente 10 dígitos") en celular.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Integración en Controller: Métodos @PostMapping("/add") y @PutMapping("/update/{id}") usan @Valid @ModelAttribute User user.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Captura de MethodArgumentNotValidException: Devuelve los mensajes de error exactos en formato JSON al cliente frontend.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RETO FUNCIONAL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Paginación Dinámica con Spring Data JPA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⚡ IMPLEMENTACIÓN DE PAGINACIÓN NATIVA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Endpoint: GET /demo/page?page=0&amp;size=5&amp;sortBy=id&amp;direction=asc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Paginación en Repository: Uso de Pageable pageable = PageRequest.of(page, size, sort);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Retorno de Objetos: Devuelve un objeto Page&lt;User&gt; que incluye la lista de registros ('content'), totalPages, totalElements, etc.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Renderizado Frontend: Botones dinámicos Anterior/Siguiente, numeración de páginas e indicador 'Total: X usuarios'.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908</Words>
  <Application>Microsoft Office PowerPoint</Application>
  <PresentationFormat>Panorámica</PresentationFormat>
  <Paragraphs>71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9B_92061010254</cp:lastModifiedBy>
  <cp:revision>2</cp:revision>
  <dcterms:created xsi:type="dcterms:W3CDTF">2013-01-27T09:14:16Z</dcterms:created>
  <dcterms:modified xsi:type="dcterms:W3CDTF">2026-09-15T15:10:33Z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2026-09-15T15:10:31Z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48eeaa4c-c1e6-44cf-861c-0f7c9ca8cf00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